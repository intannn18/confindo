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011680" cy="320040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CONFINDO MASTER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Speak with Confidence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50+ Master Slide Framework for High-Impact Presentations &amp; Pitching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0515600" cy="0"/>
          </a:xfrm>
          <a:prstGeom prst="line">
            <a:avLst/>
          </a:prstGeom>
          <a:noFill/>
          <a:ln w="25400">
            <a:solidFill>
              <a:srgbClr val="0B57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Edisi Resmi 2026 • Dirancang Khusus Mahasiswa, Karyawan &amp; Profesional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C00"/>
                </a:solidFill>
              </a:rPr>
              <a:t>PRESENTATION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2A"/>
                </a:solidFill>
              </a:rPr>
              <a:t>Alur Struktur Pembahasan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23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roundRect">
            <a:avLst/>
          </a:prstGeom>
          <a:solidFill>
            <a:srgbClr val="0B579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A"/>
                </a:solidFill>
              </a:rPr>
              <a:t>UNDERSTAND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Psikologi audiens, pemetaan masalah, &amp; sasaran pesan utama presentasi.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423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920240"/>
            <a:ext cx="640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796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A"/>
                </a:solidFill>
              </a:rPr>
              <a:t>PREPARE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Arsitektur naskah, aturan visual 10-20-30, &amp; hierarki slide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2423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920240"/>
            <a:ext cx="640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796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A"/>
                </a:solidFill>
              </a:rPr>
              <a:t>PRACTICE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2918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Latihan vokal diafragma, eliminasi filler word, &amp; penguasaan jeda hening.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49640" y="1645920"/>
            <a:ext cx="2423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920240"/>
            <a:ext cx="640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796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2A"/>
                </a:solidFill>
              </a:rPr>
              <a:t>PERFORM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32918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Bahasa tubuh alami, tatapan 3 titik ramah, &amp; teknik closing berdampak kuat.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C00"/>
                </a:solidFill>
              </a:rPr>
              <a:t>KEY IMPACT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72A"/>
                </a:solidFill>
              </a:rPr>
              <a:t>Dampak Latihan Terarah &amp; Slide Modern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796"/>
                </a:solidFill>
              </a:rPr>
              <a:t>+94%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A"/>
                </a:solidFill>
              </a:rPr>
              <a:t>Peningkatan Rasa Percaya Diri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Berdasarkan evaluasi mandiri 30-Day Challenge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645920"/>
            <a:ext cx="3291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02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796"/>
                </a:solidFill>
              </a:rPr>
              <a:t>1 MENIT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805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A"/>
                </a:solidFill>
              </a:rPr>
              <a:t>Latihan Rutin Harian Terarah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Membangun kebiasaan bicara tanpa rasa tertekan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1645920"/>
            <a:ext cx="3291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9202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796"/>
                </a:solidFill>
              </a:rPr>
              <a:t>-80%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9552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2A"/>
                </a:solidFill>
              </a:rPr>
              <a:t>Penurunan Filler Words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3108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Mengganti kata gumaman dengan jeda hening wibawa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10424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80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796"/>
                </a:solidFill>
              </a:rPr>
              <a:t>TIPS DESAIN SLIDE PROFESIONAL (ATURAN 10-20-30):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846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72A"/>
                </a:solidFill>
              </a:rPr>
              <a:t>Hanya gunakan 1 ide utama per slide. Jangan pernah memindahkan naskah paragraf penuh ke dalam slide. Slide berfungsi sebagai alat bantu visual pendukung, bukan contekan baca pembicara.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“Your voice deserves to be heard.”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C00"/>
                </a:solidFill>
              </a:rPr>
              <a:t>Terima Kasih &amp; Selamat Berlatih Bersama CONFindo!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0480" y="3840480"/>
            <a:ext cx="4206240" cy="640080"/>
          </a:xfrm>
          <a:prstGeom prst="roundRect">
            <a:avLst/>
          </a:prstGeom>
          <a:solidFill>
            <a:srgbClr val="0B5796"/>
          </a:solidFill>
          <a:ln w="12700">
            <a:solidFill>
              <a:srgbClr val="0B57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38404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Kunjungi: https://confindo.my.id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CONFindo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CONFindo Master Presentation Template Pro</dc:title>
  <dc:subject>PptxGenJS Presentation</dc:subject>
  <dc:creator>CONFindo Public Speaking Academy</dc:creator>
  <cp:lastModifiedBy>CONFindo Public Speaking Academy</cp:lastModifiedBy>
  <cp:revision>1</cp:revision>
  <dcterms:created xsi:type="dcterms:W3CDTF">2026-10-22T07:34:12Z</dcterms:created>
  <dcterms:modified xsi:type="dcterms:W3CDTF">2026-10-22T07:34:12Z</dcterms:modified>
</cp:coreProperties>
</file>